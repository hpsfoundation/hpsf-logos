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Open Sans Medium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Medium-regular.fntdata"/><Relationship Id="rId22" Type="http://schemas.openxmlformats.org/officeDocument/2006/relationships/font" Target="fonts/OpenSansMedium-italic.fntdata"/><Relationship Id="rId21" Type="http://schemas.openxmlformats.org/officeDocument/2006/relationships/font" Target="fonts/OpenSansMedium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Open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74e2f6385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74e2f6385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4e2f6385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4e2f6385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4e2f6385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4e2f6385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4e2f6385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4e2f6385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1a900e35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1a900e35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4e2f6385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4e2f6385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4e2f6385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4e2f6385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4e2f6385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4e2f6385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4e2f6385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4e2f6385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4e2f6385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4e2f6385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hpsf.io/" TargetMode="External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83275" y="18236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83275" y="35885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800"/>
              <a:buNone/>
              <a:defRPr b="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0750" y="684151"/>
            <a:ext cx="3706100" cy="10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Image">
  <p:cSld name="CUSTOM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3275" y="18236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title"/>
          </p:nvPr>
        </p:nvSpPr>
        <p:spPr>
          <a:xfrm>
            <a:off x="483275" y="35885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b="0"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0750" y="684151"/>
            <a:ext cx="3706100" cy="10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 1">
  <p:cSld name="CUSTOM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436075"/>
            <a:ext cx="4265700" cy="4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 1 1">
  <p:cSld name="CUSTOM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/>
          <p:nvPr/>
        </p:nvSpPr>
        <p:spPr>
          <a:xfrm>
            <a:off x="4577400" y="90325"/>
            <a:ext cx="4570500" cy="5053200"/>
          </a:xfrm>
          <a:prstGeom prst="rect">
            <a:avLst/>
          </a:prstGeom>
          <a:gradFill>
            <a:gsLst>
              <a:gs pos="0">
                <a:schemeClr val="accent1"/>
              </a:gs>
              <a:gs pos="0">
                <a:schemeClr val="accent2"/>
              </a:gs>
              <a:gs pos="100000">
                <a:srgbClr val="0B539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904250" y="493800"/>
            <a:ext cx="3916800" cy="4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64425" y="16893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600"/>
              <a:buFont typeface="Open Sans Medium"/>
              <a:buNone/>
              <a:defRPr b="0" sz="3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ight">
  <p:cSld name="SECTION_HEADER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ark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0" y="4631709"/>
            <a:ext cx="1228525" cy="35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2350" y="4631725"/>
            <a:ext cx="1228525" cy="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TITLE_2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3048375" y="29302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hpsf.io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875" y="1326299"/>
            <a:ext cx="5020250" cy="14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Open Sans Medium"/>
              <a:buNone/>
              <a:defRPr sz="2800">
                <a:solidFill>
                  <a:schemeClr val="accent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83275" y="18236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idx="3" type="title"/>
          </p:nvPr>
        </p:nvSpPr>
        <p:spPr>
          <a:xfrm>
            <a:off x="483275" y="35885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436075"/>
            <a:ext cx="4265700" cy="4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PSF 2024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0C61E"/>
      </a:accent1>
      <a:accent2>
        <a:srgbClr val="0D92FF"/>
      </a:accent2>
      <a:accent3>
        <a:srgbClr val="EF0303"/>
      </a:accent3>
      <a:accent4>
        <a:srgbClr val="C2D6EC"/>
      </a:accent4>
      <a:accent5>
        <a:srgbClr val="999999"/>
      </a:accent5>
      <a:accent6>
        <a:srgbClr val="CCCCCC"/>
      </a:accent6>
      <a:hlink>
        <a:srgbClr val="50C6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